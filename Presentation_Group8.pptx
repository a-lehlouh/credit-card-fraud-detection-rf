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 |  Group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 ·  A0374502  ·  Dr. Ayman Mohamed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Al-Ahliyya Amman University  ·  2025/2026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Fayyad Lehlouh  ·  Mohamad Zahe Al-Sarawr  ·  Mohamad Amen Al-Hmod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868680"/>
            <a:ext cx="6400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Definition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Dataset Description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Preprocessing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Model Architecture — Random Forest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Training Details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Results &amp; Discussion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77240"/>
            <a:ext cx="40233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25272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fraudulent credit card transactions automatically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7724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25272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dollars lost to fraud every year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43200"/>
            <a:ext cx="402336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43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21868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easy &amp; powerful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43200"/>
            <a:ext cx="402336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743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21868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= Normal  |  Class 1 = Fraud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Description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192024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777240"/>
            <a:ext cx="1920240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777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481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1920240" cy="1463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777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9160" y="1481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777240"/>
            <a:ext cx="1920240" cy="1463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777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1481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423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Time, V1–V28 (PCA), Amount, Class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788920"/>
            <a:ext cx="32918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Preprocessing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65836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749808"/>
            <a:ext cx="77724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7863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1155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found. Dataset is clean.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65836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5564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1755648"/>
            <a:ext cx="7772400" cy="74980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7922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1214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(mean=0, std=1) to all features.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65836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6148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2761488"/>
            <a:ext cx="77724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7980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127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(80 samples)  /  20% test (20 samples). Stratified.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65836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6732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3767328"/>
            <a:ext cx="7772400" cy="74980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8039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1330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— tabular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Architecture — Random Forest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41732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051560"/>
            <a:ext cx="141732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5156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051560"/>
            <a:ext cx="141732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05156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051560"/>
            <a:ext cx="141732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05156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1051560"/>
            <a:ext cx="1417320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05156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1664208"/>
            <a:ext cx="6858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664208"/>
            <a:ext cx="6858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1664208"/>
            <a:ext cx="6858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664208"/>
            <a:ext cx="6858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 for a class → Majority vote = Final Prediction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2926080"/>
          <a:ext cx="5120640" cy="178308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21945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of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tree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Training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68096"/>
            <a:ext cx="29260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68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768096"/>
            <a:ext cx="5577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7680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35024"/>
            <a:ext cx="292608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350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Samples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35024"/>
            <a:ext cx="557784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3502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901952"/>
            <a:ext cx="29260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019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901952"/>
            <a:ext cx="5577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0195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(sklearn)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68880"/>
            <a:ext cx="292608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68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557784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46888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 (tree-based model)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29260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358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035808"/>
            <a:ext cx="5577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03580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 (internal splits)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602736"/>
            <a:ext cx="292608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027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602736"/>
            <a:ext cx="557784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60273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single pass training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169664"/>
            <a:ext cx="29260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696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4169664"/>
            <a:ext cx="5577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416966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(Python)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 — Metrics &amp; Confusion Matrix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182880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749808"/>
            <a:ext cx="182880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7498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53.85%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(Fraud)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749808"/>
            <a:ext cx="1828800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7498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2628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(Fraud)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749808"/>
            <a:ext cx="1828800" cy="1234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7498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294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(Fraud)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148840"/>
            <a:ext cx="40233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 — Feature Importance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Pattern Recognition  |  Al-Ahliyya Amman University  |  Dr. Ayman Mohamed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49808"/>
            <a:ext cx="53035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822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Important Features: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325880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892808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37960" y="18928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2459736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37960" y="24597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3026664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37960" y="30266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35040" y="3593592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37960" y="3593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an effective algorithm for fraud detection.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achieved 45% accuracy on the test set (20 samples).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handles class imbalance and works with no hyperparameter tuning.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influencing fraud: V17, V9, V23.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small (100 rows) — accuracy would improve with larger data.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Dr. Ayman Mohamed  | 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 – Credit Card Fraud Detection</dc:title>
  <dc:subject>PptxGenJS Presentation</dc:subject>
  <dc:creator>Group 8</dc:creator>
  <cp:lastModifiedBy>Group 8</cp:lastModifiedBy>
  <cp:revision>1</cp:revision>
  <dcterms:created xsi:type="dcterms:W3CDTF">2026-06-01T22:44:25Z</dcterms:created>
  <dcterms:modified xsi:type="dcterms:W3CDTF">2026-06-01T22:44:25Z</dcterms:modified>
</cp:coreProperties>
</file>